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Platypi Medium"/>
      <p:regular r:id="rId17"/>
    </p:embeddedFont>
    <p:embeddedFont>
      <p:font typeface="Platypi Medium"/>
      <p:regular r:id="rId18"/>
    </p:embeddedFont>
    <p:embeddedFont>
      <p:font typeface="Platypi Medium"/>
      <p:regular r:id="rId19"/>
    </p:embeddedFont>
    <p:embeddedFont>
      <p:font typeface="Platypi Medium"/>
      <p:regular r:id="rId20"/>
    </p:embeddedFont>
    <p:embeddedFont>
      <p:font typeface="Source Serif 4"/>
      <p:regular r:id="rId21"/>
    </p:embeddedFont>
    <p:embeddedFont>
      <p:font typeface="Source Serif 4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slideLayout" Target="../slideLayouts/slideLayout5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slideLayout" Target="../slideLayouts/slideLayout11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1874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Full Stack Web Development Internship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17646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3794522"/>
            <a:ext cx="75564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Student Name:</a:t>
            </a:r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Madiha Azam 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280190" y="4503182"/>
            <a:ext cx="75564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USN:</a:t>
            </a:r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3PD22CG048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280190" y="521184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Company: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Jspiders 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280190" y="582989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Duration: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5-6 months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6280190" y="644794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College: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Poojya Doddappa Appa College of Engineering.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261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About Jspiders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4817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Company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062883"/>
            <a:ext cx="7604284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Jspiders is a leading IT training and development company specializing in Java technologies and web development. They provide industry-standard training programs and real-world project experience to students and professionals.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7413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u="sng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Internship Details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5322451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Domain: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 full stack Web Development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889427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Mode: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Offline 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6456402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Focus: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Full-stack development using Java ecosystem</a:t>
            </a:r>
            <a:endParaRPr lang="en-US" sz="17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9096" y="2196703"/>
            <a:ext cx="4885015" cy="48850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04975"/>
            <a:ext cx="597027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Internship Objectives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867382"/>
            <a:ext cx="4196358" cy="3657243"/>
          </a:xfrm>
          <a:prstGeom prst="roundRect">
            <a:avLst>
              <a:gd name="adj" fmla="val 930"/>
            </a:avLst>
          </a:prstGeom>
          <a:solidFill>
            <a:srgbClr val="F9F7F7"/>
          </a:solidFill>
          <a:ln/>
        </p:spPr>
      </p:sp>
      <p:sp>
        <p:nvSpPr>
          <p:cNvPr id="4" name="Shape 2"/>
          <p:cNvSpPr/>
          <p:nvPr/>
        </p:nvSpPr>
        <p:spPr>
          <a:xfrm>
            <a:off x="1020604" y="3094196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3E251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07770" y="3281243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604" y="4001453"/>
            <a:ext cx="359175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Master Core Technologies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0604" y="4491871"/>
            <a:ext cx="37427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Develop proficiency in SQL, HTML, CSS, JavaScript, and Core Java for building robust web applications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2867382"/>
            <a:ext cx="4196358" cy="3657243"/>
          </a:xfrm>
          <a:prstGeom prst="roundRect">
            <a:avLst>
              <a:gd name="adj" fmla="val 930"/>
            </a:avLst>
          </a:prstGeom>
          <a:solidFill>
            <a:srgbClr val="F9F7F7"/>
          </a:solidFill>
          <a:ln/>
        </p:spPr>
      </p:sp>
      <p:sp>
        <p:nvSpPr>
          <p:cNvPr id="9" name="Shape 6"/>
          <p:cNvSpPr/>
          <p:nvPr/>
        </p:nvSpPr>
        <p:spPr>
          <a:xfrm>
            <a:off x="5443776" y="3094196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3E2513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0942" y="3281243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43776" y="4001453"/>
            <a:ext cx="37427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Learn Advanced Frameworks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43776" y="4846201"/>
            <a:ext cx="37427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Gain hands-on experience with Spring Framework and Hibernate for enterprise-level application development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40133" y="2867382"/>
            <a:ext cx="4196358" cy="3657243"/>
          </a:xfrm>
          <a:prstGeom prst="roundRect">
            <a:avLst>
              <a:gd name="adj" fmla="val 930"/>
            </a:avLst>
          </a:prstGeom>
          <a:solidFill>
            <a:srgbClr val="F9F7F7"/>
          </a:solidFill>
          <a:ln/>
        </p:spPr>
      </p:sp>
      <p:sp>
        <p:nvSpPr>
          <p:cNvPr id="14" name="Shape 10"/>
          <p:cNvSpPr/>
          <p:nvPr/>
        </p:nvSpPr>
        <p:spPr>
          <a:xfrm>
            <a:off x="9866948" y="3094196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3E2513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54114" y="3281243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66948" y="4001453"/>
            <a:ext cx="304228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Full-Stack Integration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66948" y="4491871"/>
            <a:ext cx="37427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Understand how frontend and backend technologies work together to create complete web solutions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7713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Technologies Stack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2039541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28900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SQL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380423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Database management and query language for data persistence and retrieval operations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893" y="2039541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5893" y="28900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HTML &amp; CSS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35893" y="3380423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Structural markup and styling languages for creating responsive user interfaces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77995" y="2039541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7995" y="28900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JavaScript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77995" y="3380423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Client-side scripting for interactive web applications and dynamic content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3790" y="4922758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93790" y="57732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Core Java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93790" y="6263640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Object-oriented programming fundamentals and essential Java concepts</a:t>
            </a:r>
            <a:endParaRPr lang="en-US" sz="17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35893" y="4922758"/>
            <a:ext cx="566976" cy="56697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235893" y="57732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Spring Framework</a:t>
            </a:r>
            <a:endParaRPr lang="en-US" sz="2200" dirty="0"/>
          </a:p>
        </p:txBody>
      </p:sp>
      <p:sp>
        <p:nvSpPr>
          <p:cNvPr id="17" name="Text 10"/>
          <p:cNvSpPr/>
          <p:nvPr/>
        </p:nvSpPr>
        <p:spPr>
          <a:xfrm>
            <a:off x="5235893" y="6263640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Inversion of Control, dependency injection, and Spring MVC for web development</a:t>
            </a:r>
            <a:endParaRPr lang="en-US" sz="17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677995" y="4922758"/>
            <a:ext cx="566976" cy="566976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9677995" y="57732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Hibernate</a:t>
            </a:r>
            <a:endParaRPr lang="en-US" sz="2200" dirty="0"/>
          </a:p>
        </p:txBody>
      </p:sp>
      <p:sp>
        <p:nvSpPr>
          <p:cNvPr id="20" name="Text 12"/>
          <p:cNvSpPr/>
          <p:nvPr/>
        </p:nvSpPr>
        <p:spPr>
          <a:xfrm>
            <a:off x="9677995" y="6263640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Object-Relational Mapping for seamless database integration and persistence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6642" y="815221"/>
            <a:ext cx="7536775" cy="67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Core Technologies: Frontend</a:t>
            </a:r>
            <a:endParaRPr lang="en-US" sz="4250" dirty="0"/>
          </a:p>
        </p:txBody>
      </p:sp>
      <p:sp>
        <p:nvSpPr>
          <p:cNvPr id="4" name="Text 1"/>
          <p:cNvSpPr/>
          <p:nvPr/>
        </p:nvSpPr>
        <p:spPr>
          <a:xfrm>
            <a:off x="756642" y="2005965"/>
            <a:ext cx="3293983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HTML &amp; CSS Foundation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756642" y="2549723"/>
            <a:ext cx="3551634" cy="1688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Created semantic HTML structures and styled interfaces using CSS. Learned responsive design principles to ensure applications work across devices.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56642" y="4424005"/>
            <a:ext cx="3551634" cy="2918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Div-based layouts and semantic markup</a:t>
            </a:r>
            <a:endParaRPr lang="en-US" sz="1700" dirty="0"/>
          </a:p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CSS selectors, box model, and positioning</a:t>
            </a:r>
            <a:endParaRPr lang="en-US" sz="1700" dirty="0"/>
          </a:p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Flexbox and Grid for modern layouts</a:t>
            </a:r>
            <a:endParaRPr lang="en-US" sz="1700" dirty="0"/>
          </a:p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Media queries for responsive design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4843343" y="2005965"/>
            <a:ext cx="3455313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JavaScript Enhancements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4843343" y="2549723"/>
            <a:ext cx="3551634" cy="1351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Implemented client-side functionality including form validation, DOM manipulation, and dynamic content updates.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4843343" y="4086225"/>
            <a:ext cx="3551634" cy="2918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Event handling and DOM traversal</a:t>
            </a:r>
            <a:endParaRPr lang="en-US" sz="1700" dirty="0"/>
          </a:p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Form validation and error handling</a:t>
            </a:r>
            <a:endParaRPr lang="en-US" sz="1700" dirty="0"/>
          </a:p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Asynchronous programming concepts</a:t>
            </a:r>
            <a:endParaRPr lang="en-US" sz="1700" dirty="0"/>
          </a:p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Basic AJAX for server communication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5808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Core Java Concepts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360652"/>
            <a:ext cx="6407944" cy="2403396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793790" y="2330172"/>
            <a:ext cx="6407944" cy="121920"/>
          </a:xfrm>
          <a:prstGeom prst="roundRect">
            <a:avLst>
              <a:gd name="adj" fmla="val 27907"/>
            </a:avLst>
          </a:prstGeom>
          <a:solidFill>
            <a:srgbClr val="3E2513"/>
          </a:solidFill>
          <a:ln/>
        </p:spPr>
      </p:sp>
      <p:sp>
        <p:nvSpPr>
          <p:cNvPr id="5" name="Shape 3"/>
          <p:cNvSpPr/>
          <p:nvPr/>
        </p:nvSpPr>
        <p:spPr>
          <a:xfrm>
            <a:off x="3657540" y="2020491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3E2513"/>
          </a:solidFill>
          <a:ln/>
        </p:spPr>
      </p:sp>
      <p:sp>
        <p:nvSpPr>
          <p:cNvPr id="6" name="Text 4"/>
          <p:cNvSpPr/>
          <p:nvPr/>
        </p:nvSpPr>
        <p:spPr>
          <a:xfrm>
            <a:off x="3861614" y="2190631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51084" y="2927628"/>
            <a:ext cx="424064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Object-Oriented Programming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084" y="3418046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Implemented classes, objects, inheritance, polymorphism, and encapsulation in real projects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428548" y="2360652"/>
            <a:ext cx="6408063" cy="2403396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7428548" y="2330172"/>
            <a:ext cx="6408063" cy="121920"/>
          </a:xfrm>
          <a:prstGeom prst="roundRect">
            <a:avLst>
              <a:gd name="adj" fmla="val 27907"/>
            </a:avLst>
          </a:prstGeom>
          <a:solidFill>
            <a:srgbClr val="3E2513"/>
          </a:solidFill>
          <a:ln/>
        </p:spPr>
      </p:sp>
      <p:sp>
        <p:nvSpPr>
          <p:cNvPr id="11" name="Shape 9"/>
          <p:cNvSpPr/>
          <p:nvPr/>
        </p:nvSpPr>
        <p:spPr>
          <a:xfrm>
            <a:off x="10292298" y="2020491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3E2513"/>
          </a:solidFill>
          <a:ln/>
        </p:spPr>
      </p:sp>
      <p:sp>
        <p:nvSpPr>
          <p:cNvPr id="12" name="Text 10"/>
          <p:cNvSpPr/>
          <p:nvPr/>
        </p:nvSpPr>
        <p:spPr>
          <a:xfrm>
            <a:off x="10496371" y="2190631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685842" y="29276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Data Structures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85842" y="3418046"/>
            <a:ext cx="589347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Worked with collections framework including ArrayList, HashMap, and TreeSet for efficient data handling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93790" y="5331023"/>
            <a:ext cx="6407944" cy="2040493"/>
          </a:xfrm>
          <a:prstGeom prst="roundRect">
            <a:avLst>
              <a:gd name="adj" fmla="val 7170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793790" y="5300543"/>
            <a:ext cx="6407944" cy="121920"/>
          </a:xfrm>
          <a:prstGeom prst="roundRect">
            <a:avLst>
              <a:gd name="adj" fmla="val 27907"/>
            </a:avLst>
          </a:prstGeom>
          <a:solidFill>
            <a:srgbClr val="3E2513"/>
          </a:solidFill>
          <a:ln/>
        </p:spPr>
      </p:sp>
      <p:sp>
        <p:nvSpPr>
          <p:cNvPr id="17" name="Shape 15"/>
          <p:cNvSpPr/>
          <p:nvPr/>
        </p:nvSpPr>
        <p:spPr>
          <a:xfrm>
            <a:off x="3657540" y="4990862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3E2513"/>
          </a:solidFill>
          <a:ln/>
        </p:spPr>
      </p:sp>
      <p:sp>
        <p:nvSpPr>
          <p:cNvPr id="18" name="Text 16"/>
          <p:cNvSpPr/>
          <p:nvPr/>
        </p:nvSpPr>
        <p:spPr>
          <a:xfrm>
            <a:off x="3861614" y="5161002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3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051084" y="58979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Exception Handling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51084" y="6388417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Implemented try-catch blocks and custom exceptions for robust error management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7428548" y="5331023"/>
            <a:ext cx="6408063" cy="2040493"/>
          </a:xfrm>
          <a:prstGeom prst="roundRect">
            <a:avLst>
              <a:gd name="adj" fmla="val 7170"/>
            </a:avLst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7428548" y="5300543"/>
            <a:ext cx="6408063" cy="121920"/>
          </a:xfrm>
          <a:prstGeom prst="roundRect">
            <a:avLst>
              <a:gd name="adj" fmla="val 27907"/>
            </a:avLst>
          </a:prstGeom>
          <a:solidFill>
            <a:srgbClr val="3E2513"/>
          </a:solidFill>
          <a:ln/>
        </p:spPr>
      </p:sp>
      <p:sp>
        <p:nvSpPr>
          <p:cNvPr id="23" name="Shape 21"/>
          <p:cNvSpPr/>
          <p:nvPr/>
        </p:nvSpPr>
        <p:spPr>
          <a:xfrm>
            <a:off x="10292298" y="4990862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3E2513"/>
          </a:solidFill>
          <a:ln/>
        </p:spPr>
      </p:sp>
      <p:sp>
        <p:nvSpPr>
          <p:cNvPr id="24" name="Text 22"/>
          <p:cNvSpPr/>
          <p:nvPr/>
        </p:nvSpPr>
        <p:spPr>
          <a:xfrm>
            <a:off x="10496371" y="5161002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4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7685842" y="58979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File I/O Operations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685842" y="6388417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Developed skills in reading from and writing to files for data persistence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3251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Spring  Frameworks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3202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Spring Framework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526512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Learned dependency injection and Inversion of Control principles. Developed Spring MVC applications with proper controller, service, and repository layer separation.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507468"/>
            <a:ext cx="13042821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@Component, @Primary, @Configuration  annotations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@Autowired for dependency injection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Spring MVC for web layer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View resolution and request mapping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41690"/>
            <a:ext cx="869513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Work Done &amp; Tasks Completed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04098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659142"/>
            <a:ext cx="4196358" cy="30480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28334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Database Design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323868"/>
            <a:ext cx="419635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Created ER diagrams and implemented database schema using SQL with proper normalization and constraints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2304098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2659142"/>
            <a:ext cx="4196358" cy="30480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2833449"/>
            <a:ext cx="318706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Frontend Development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3323868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Built responsive user interfaces integrating HTML, CSS, and JavaScript with dynamic content loading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2304098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2659142"/>
            <a:ext cx="4196358" cy="30480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2833449"/>
            <a:ext cx="350960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Backend Implementation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3323868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Developed RESTful controllers, service layers, and repository interfaces using Spring Framework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5172313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527357"/>
            <a:ext cx="6407944" cy="30480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57016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Data Integration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3790" y="6192083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Connected frontend with backend through AJAX calls and implemented Hibernate for database operations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8548" y="5172313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527357"/>
            <a:ext cx="6407944" cy="30480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21" name="Text 19"/>
          <p:cNvSpPr/>
          <p:nvPr/>
        </p:nvSpPr>
        <p:spPr>
          <a:xfrm>
            <a:off x="7428548" y="5701665"/>
            <a:ext cx="291536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Testing &amp; Debugging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28548" y="6192083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Performed unit testing, identified bugs, and optimized application performance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1407" y="658535"/>
            <a:ext cx="5582007" cy="697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50"/>
              </a:lnSpc>
              <a:buNone/>
            </a:pPr>
            <a:r>
              <a:rPr lang="en-US" sz="43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Project Architecture</a:t>
            </a:r>
            <a:endParaRPr lang="en-US" sz="4350" dirty="0"/>
          </a:p>
        </p:txBody>
      </p:sp>
      <p:sp>
        <p:nvSpPr>
          <p:cNvPr id="3" name="Text 1"/>
          <p:cNvSpPr/>
          <p:nvPr/>
        </p:nvSpPr>
        <p:spPr>
          <a:xfrm>
            <a:off x="781407" y="1685925"/>
            <a:ext cx="7703225" cy="9628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50"/>
              </a:lnSpc>
              <a:buNone/>
            </a:pPr>
            <a:r>
              <a:rPr lang="en-US" sz="6050" i="1" u="sng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Book My Ticket</a:t>
            </a:r>
            <a:endParaRPr lang="en-US" sz="6050" dirty="0"/>
          </a:p>
        </p:txBody>
      </p:sp>
      <p:sp>
        <p:nvSpPr>
          <p:cNvPr id="4" name="Text 2"/>
          <p:cNvSpPr/>
          <p:nvPr/>
        </p:nvSpPr>
        <p:spPr>
          <a:xfrm>
            <a:off x="781407" y="2978468"/>
            <a:ext cx="13067586" cy="2787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50"/>
              </a:lnSpc>
              <a:buSzPct val="100000"/>
              <a:buFont typeface="+mj-lt"/>
              <a:buAutoNum type="arabicPeriod" startAt="1"/>
            </a:pPr>
            <a:r>
              <a:rPr lang="en-US" sz="17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Project Overview</a:t>
            </a:r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- What does the application do? (e.g., allows users to book tickets for events, movies, transportation, etc.)</a:t>
            </a:r>
            <a:endParaRPr lang="en-US" sz="1750" dirty="0"/>
          </a:p>
          <a:p>
            <a:pPr algn="l" marL="342900" indent="-342900">
              <a:lnSpc>
                <a:spcPts val="2750"/>
              </a:lnSpc>
              <a:buSzPct val="100000"/>
              <a:buFont typeface="+mj-lt"/>
              <a:buAutoNum type="arabicPeriod" startAt="2"/>
            </a:pPr>
            <a:r>
              <a:rPr lang="en-US" sz="17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Key Features</a:t>
            </a:r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- What are the main functionalities? (e.g., user registration, ticket search, booking, payment, cancellation, etc.)</a:t>
            </a:r>
            <a:endParaRPr lang="en-US" sz="1750" dirty="0"/>
          </a:p>
          <a:p>
            <a:pPr algn="l" marL="342900" indent="-342900">
              <a:lnSpc>
                <a:spcPts val="2750"/>
              </a:lnSpc>
              <a:buSzPct val="100000"/>
              <a:buFont typeface="+mj-lt"/>
              <a:buAutoNum type="arabicPeriod" startAt="3"/>
            </a:pPr>
            <a:r>
              <a:rPr lang="en-US" sz="17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Architecture</a:t>
            </a:r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- How is it structured? (e.g., MVC pattern, layers used, etc.)</a:t>
            </a:r>
            <a:endParaRPr lang="en-US" sz="1750" dirty="0"/>
          </a:p>
          <a:p>
            <a:pPr algn="l" marL="342900" indent="-342900">
              <a:lnSpc>
                <a:spcPts val="2750"/>
              </a:lnSpc>
              <a:buSzPct val="100000"/>
              <a:buFont typeface="+mj-lt"/>
              <a:buAutoNum type="arabicPeriod" startAt="4"/>
            </a:pPr>
            <a:r>
              <a:rPr lang="en-US" sz="17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Technologies Used</a:t>
            </a:r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- Beyond Spring Boot, what else? (e.g., Spring Data JPA, MySQL, Thymeleaf, REST APIs, etc.)</a:t>
            </a:r>
            <a:endParaRPr lang="en-US" sz="1750" dirty="0"/>
          </a:p>
          <a:p>
            <a:pPr algn="l" marL="342900" indent="-342900">
              <a:lnSpc>
                <a:spcPts val="2750"/>
              </a:lnSpc>
              <a:buSzPct val="100000"/>
              <a:buFont typeface="+mj-lt"/>
              <a:buAutoNum type="arabicPeriod" startAt="5"/>
            </a:pPr>
            <a:r>
              <a:rPr lang="en-US" sz="17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Database Schema</a:t>
            </a:r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- What are the main entities? (e.g., User, Event, Ticket, Booking, Payment, etc.)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81407" y="6013609"/>
            <a:ext cx="1306758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81407" y="6615113"/>
            <a:ext cx="1306758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81407" y="7216616"/>
            <a:ext cx="1306758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8214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Results &amp; Outcomes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044547"/>
            <a:ext cx="4196358" cy="3302913"/>
          </a:xfrm>
          <a:prstGeom prst="roundRect">
            <a:avLst>
              <a:gd name="adj" fmla="val 1030"/>
            </a:avLst>
          </a:prstGeom>
          <a:solidFill>
            <a:srgbClr val="F9F7F7"/>
          </a:solidFill>
          <a:ln/>
        </p:spPr>
      </p:sp>
      <p:sp>
        <p:nvSpPr>
          <p:cNvPr id="4" name="Shape 2"/>
          <p:cNvSpPr/>
          <p:nvPr/>
        </p:nvSpPr>
        <p:spPr>
          <a:xfrm>
            <a:off x="1020604" y="3271361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3E251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07770" y="3458408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604" y="41786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Full-Stack Project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0604" y="4669036"/>
            <a:ext cx="37427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Successfully developed a complete web application from frontend design to backend implementation with database integration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3044547"/>
            <a:ext cx="4196358" cy="3302913"/>
          </a:xfrm>
          <a:prstGeom prst="roundRect">
            <a:avLst>
              <a:gd name="adj" fmla="val 1030"/>
            </a:avLst>
          </a:prstGeom>
          <a:solidFill>
            <a:srgbClr val="F9F7F7"/>
          </a:solidFill>
          <a:ln/>
        </p:spPr>
      </p:sp>
      <p:sp>
        <p:nvSpPr>
          <p:cNvPr id="9" name="Shape 6"/>
          <p:cNvSpPr/>
          <p:nvPr/>
        </p:nvSpPr>
        <p:spPr>
          <a:xfrm>
            <a:off x="5443776" y="3271361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3E2513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0942" y="3458408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43776" y="41786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Collaboration Skills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43776" y="4669036"/>
            <a:ext cx="37427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Worked effectively in team environment, participated in code reviews, and followed version control practices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40133" y="3044547"/>
            <a:ext cx="4196358" cy="3302913"/>
          </a:xfrm>
          <a:prstGeom prst="roundRect">
            <a:avLst>
              <a:gd name="adj" fmla="val 1030"/>
            </a:avLst>
          </a:prstGeom>
          <a:solidFill>
            <a:srgbClr val="F9F7F7"/>
          </a:solidFill>
          <a:ln/>
        </p:spPr>
      </p:sp>
      <p:sp>
        <p:nvSpPr>
          <p:cNvPr id="14" name="Shape 10"/>
          <p:cNvSpPr/>
          <p:nvPr/>
        </p:nvSpPr>
        <p:spPr>
          <a:xfrm>
            <a:off x="9866948" y="3271361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3E2513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54114" y="3458408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66948" y="4178617"/>
            <a:ext cx="294429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Technical Proficiency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66948" y="4669036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Achieved hands-on expertise in all technologies of Java full-stack development ecosystem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2026-04-21T05:20:21Z</dcterms:created>
  <dcterms:modified xsi:type="dcterms:W3CDTF">2026-04-21T05:20:21Z</dcterms:modified>
</cp:coreProperties>
</file>